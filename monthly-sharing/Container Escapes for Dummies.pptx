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Inter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0f47a58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0f47a58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5cbe1a30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5cbe1a30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950ef49d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950ef49d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950ef49d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950ef49d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555555"/>
                </a:solidFill>
                <a:latin typeface="Inter"/>
                <a:ea typeface="Inter"/>
                <a:cs typeface="Inter"/>
                <a:sym typeface="Inter"/>
              </a:rPr>
              <a:t>Because containers do not have their own isolated kernel, any vulnerability within the shared host kernel or misconfiguration in these logical boundaries can allow a process to break out of its namespace and interact directly with the host system.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950ef49d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950ef49d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5dbaf27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5dbaf27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950ef49d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950ef49d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971c2135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971c2135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971c2135c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971c2135c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971c2135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971c2135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971c2135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971c2135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CapEff - effective capabilities at runtime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CapAmb - ambient capabilities that persist across unprivileged runs of the program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971c2135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971c2135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971c2135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971c2135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971c2135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971c2135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971c2135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971c2135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c2135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971c2135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971c2135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971c2135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c2135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971c2135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971c2135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971c2135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971c2135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971c2135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xHcur0hRa1Drgpq0AwbEhYvdYKZigWIX/view" TargetMode="External"/><Relationship Id="rId4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godc2YuhpkULXKPurDvuBRtB9XYaJuLZ/view" TargetMode="External"/><Relationship Id="rId4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zScHrGKLdXBWSmspTSkz-WeC6UiPcfu0/view" TargetMode="External"/><Relationship Id="rId4" Type="http://schemas.openxmlformats.org/officeDocument/2006/relationships/image" Target="../media/image1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drive.google.com/file/d/15917yPJ3Zv0BzQZWWHTRkrArHs4qpUcU/view" TargetMode="External"/><Relationship Id="rId4" Type="http://schemas.openxmlformats.org/officeDocument/2006/relationships/image" Target="../media/image1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cartoon rabbit is standing in the grass with a mountain in the background (Provided by Tenor)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075" y="117375"/>
            <a:ext cx="4908750" cy="49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3588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Escapes for Dummies</a:t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2901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 gentle introduction to Docker container escapes</a:t>
            </a:r>
            <a:endParaRPr sz="2400"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951" y="2597637"/>
            <a:ext cx="3574851" cy="201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96762">
            <a:off x="4779721" y="2173083"/>
            <a:ext cx="3079201" cy="307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57388" y="4031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“</a:t>
            </a:r>
            <a:r>
              <a:rPr i="1" lang="en"/>
              <a:t>container is just like using a VM”</a:t>
            </a:r>
            <a:endParaRPr i="1"/>
          </a:p>
          <a:p>
            <a:pPr indent="-388620" lvl="0" marL="457200" rtl="0" algn="r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i="1" lang="en"/>
              <a:t>sakura nene (2026)</a:t>
            </a:r>
            <a:endParaRPr i="1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8038" y="548125"/>
            <a:ext cx="6047926" cy="3400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VMs and Containers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4230300" cy="33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Runs on top of a hypervisor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VM image that includes the filesystem and state of the machine’s 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hypervisor “emulates” hardware for the VM 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8850" y="1096850"/>
            <a:ext cx="5001800" cy="266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VMs and Containers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100" y="1152475"/>
            <a:ext cx="4664650" cy="27375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193000" y="1152475"/>
            <a:ext cx="4230300" cy="33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Runs on a shared kernel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container is like a process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process is “isolated” through Linux namespaces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Makes it appear like a separate Linux machine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escapes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35550"/>
            <a:ext cx="4802100" cy="34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There is vulnerability in the container runtime or in the kernel that allows you to break namespace isolation.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Misconfigured containers.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775" y="1308325"/>
            <a:ext cx="3644650" cy="310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Demos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521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For all the examples, the goal is to read flag.txt in my host’s /root directory.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9825" y="49475"/>
            <a:ext cx="3221925" cy="539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1: Privileged containers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God mode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Containers start with a restricted set of capabilities (safe defaults)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Privileged -&gt; we are root on host :D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2525" y="1152475"/>
            <a:ext cx="4049775" cy="352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550" y="89000"/>
            <a:ext cx="661688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 title="privileged-container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2: Excessive capabilities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515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Capabilities define what a process can 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Gives you granular control over permissions instead of just granting root or having too much restrictions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40 capabilities in the kernel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CAP_SYS_CHROOT, CAP_SYS_ADMIN, CAP_SYS_PTRACE, CAP_SYS_MODULE, blah blah blah…</a:t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9225" y="460525"/>
            <a:ext cx="2957300" cy="42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88" y="43750"/>
            <a:ext cx="8523223" cy="5218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6941" y="0"/>
            <a:ext cx="541011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6" title="cap-sys-admi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3: Sensitive host mounts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5466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Sharing the host file system with your container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-v</a:t>
            </a:r>
            <a:r>
              <a:rPr lang="en"/>
              <a:t> flag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Escape/privesc depending on what you mount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mount is sensitive/high privileged, the container is granted read and write access to it</a:t>
            </a:r>
            <a:endParaRPr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2947" y="934438"/>
            <a:ext cx="2889351" cy="38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21" y="-54325"/>
            <a:ext cx="857855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9" title="sensitive-moun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4: Exposed docker socket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1152475"/>
            <a:ext cx="447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Mounting docker socket inside of another container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Containers inside of a container (???)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you to talk to the docker daemon directly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It’s unauthenticated </a:t>
            </a:r>
            <a:r>
              <a:rPr lang="en"/>
              <a:t>😳</a:t>
            </a:r>
            <a:endParaRPr/>
          </a:p>
        </p:txBody>
      </p:sp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775" y="1244250"/>
            <a:ext cx="3983050" cy="284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5086"/>
            <a:ext cx="9144000" cy="4173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2" title="exposed-docker-socke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999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end, goodnight</a:t>
            </a:r>
            <a:endParaRPr/>
          </a:p>
        </p:txBody>
      </p:sp>
      <p:pic>
        <p:nvPicPr>
          <p:cNvPr descr="a cartoon drawing of a pig and a bear standing next to each other . (Provided by Tenor)" id="187" name="Google Shape;1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5000" y="1887825"/>
            <a:ext cx="2594000" cy="25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